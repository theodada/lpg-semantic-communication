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imulation_plan(3).pdf#:~:text=3,synthetic%20variation%20in%20anchor%20richness" TargetMode="External"/><Relationship Id="rId2" Type="http://schemas.openxmlformats.org/officeDocument/2006/relationships/hyperlink" Target="file:///home/oai/share/simulation_plan(3).pdf#:~:text=3,that%20use%20the%20same%20benchmark" TargetMode="External"/><Relationship Id="rId3" Type="http://schemas.openxmlformats.org/officeDocument/2006/relationships/hyperlink" Target="file:///home/oai/share/simulation_plan(3).pdf#:~:text=3" TargetMode="External"/><Relationship Id="rId4" Type="http://schemas.openxmlformats.org/officeDocument/2006/relationships/hyperlink" Target="file:///home/oai/share/simulation_plan(3).pdf#:~:text=3,dynamics%20under%20richer%20semantic%20content" TargetMode="External"/><Relationship Id="rId5" Type="http://schemas.openxmlformats.org/officeDocument/2006/relationships/hyperlink" Target="file:///home/oai/share/simulation_plan(3).pdf#:~:text=%E2%80%A2%20HuggingFace%20Transformers%20%E2%80%94%20turn,series%20logging" TargetMode="External"/><Relationship Id="rId6" Type="http://schemas.openxmlformats.org/officeDocument/2006/relationships/hyperlink" Target="file:///home/oai/share/simulation_plan(3).pdf#:~:text=SciQ%20%28science%20question,dimensions%20for%20spatial%20CRCS%20mapping" TargetMode="External"/><Relationship Id="rId7" Type="http://schemas.openxmlformats.org/officeDocument/2006/relationships/hyperlink" Target="file:///home/oai/share/simulation_plan(3).pdf#:~:text=3,SRM%20distribution%2C%20FCR%20radius%20plots" TargetMode="External"/><Relationship Id="rId8" Type="http://schemas.openxmlformats.org/officeDocument/2006/relationships/hyperlink" Target="file:///home/oai/share/simulation_plan(3).pdf#:~:text=3,level%20message%20scheduling" TargetMode="External"/><Relationship Id="rId9" Type="http://schemas.openxmlformats.org/officeDocument/2006/relationships/hyperlink" Target="file:///home/oai/share/simulation_plan(3).pdf#:~:text=3,SNR%20curves%2C%20NSC%20network%20plots" TargetMode="External"/><Relationship Id="rId10" Type="http://schemas.openxmlformats.org/officeDocument/2006/relationships/hyperlink" Target="file:///home/oai/share/simulation_plan(3).pdf#:~:text=A%20synthetic%20intent,hosted%20on%20HuggingFace%20is%20used" TargetMode="External"/><Relationship Id="rId11" Type="http://schemas.openxmlformats.org/officeDocument/2006/relationships/hyperlink" Target="file:///home/oai/share/simulation_plan(3).pdf#:~:text=3,cos%28%CE%B8_intent%29%20threshold%20curves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hyperlink" Target="file:///home/oai/share/simulation_plan(3).pdf#:~:text=3,synthetic%20variation%20in%20anchor%20richness" TargetMode="External"/><Relationship Id="rId3" Type="http://schemas.openxmlformats.org/officeDocument/2006/relationships/hyperlink" Target="file:///home/oai/share/simulation_plan(3).pdf#:~:text=A%20family%20of%20SBE%20curves,where%20classical%20channel%20conditions%20ar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hyperlink" Target="file:///home/oai/share/simulation_plan(3).pdf#:~:text=3,that%20use%20the%20same%20benchmark" TargetMode="External"/><Relationship Id="rId3" Type="http://schemas.openxmlformats.org/officeDocument/2006/relationships/hyperlink" Target="file:///home/oai/share/simulation_plan(3).pdf#:~:text=3,system%20at%20all%20operating%20point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hyperlink" Target="file:///home/oai/share/simulation_plan(3).pdf#:~:text=3,dynamics%20under%20richer%20semantic%20content" TargetMode="External"/><Relationship Id="rId3" Type="http://schemas.openxmlformats.org/officeDocument/2006/relationships/hyperlink" Target="file:///home/oai/share/simulation_plan(3).pdf#:~:text=Time,C%20%20increase%20%E2%82%9B%20%E2%82%9B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hyperlink" Target="file:///home/oai/share/simulation_plan(3).pdf#:~:text=SciQ%20%28science%20question,dimensions%20for%20spatial%20CRCS%20mapping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hyperlink" Target="file:///home/oai/share/simulation_plan(3).pdf#:~:text=3,level%20message%20scheduling" TargetMode="External"/><Relationship Id="rId3" Type="http://schemas.openxmlformats.org/officeDocument/2006/relationships/hyperlink" Target="file:///home/oai/share/simulation_plan(3).pdf#:~:text=The%20primary%20expected%20result%20is,6G%20network%20could%20serve%20th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hyperlink" Target="file:///home/oai/share/simulation_plan(3).pdf#:~:text=A%20synthetic%20intent,hosted%20on%20HuggingFace%20is%20used" TargetMode="External"/><Relationship Id="rId3" Type="http://schemas.openxmlformats.org/officeDocument/2006/relationships/hyperlink" Target="file:///home/oai/share/simulation_plan(3).pdf#:~:text=A%20sharp%20threshold%20in%20decryption,metaphor%20%20but%20%20a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imulation_plan(3).pdf#:~:text=A%20family%20of%20SBE%20curves,where%20classical%20channel%20conditions%20are" TargetMode="External"/><Relationship Id="rId2" Type="http://schemas.openxmlformats.org/officeDocument/2006/relationships/hyperlink" Target="file:///home/oai/share/simulation_plan(3).pdf#:~:text=3,system%20at%20all%20operating%20points" TargetMode="External"/><Relationship Id="rId3" Type="http://schemas.openxmlformats.org/officeDocument/2006/relationships/hyperlink" Target="file:///home/oai/share/simulation_plan(3).pdf#:~:text=Time,C%20%20increase%20%E2%82%9B%20%E2%82%9B" TargetMode="External"/><Relationship Id="rId4" Type="http://schemas.openxmlformats.org/officeDocument/2006/relationships/hyperlink" Target="file:///home/oai/share/simulation_plan(3).pdf#:~:text=The%20primary%20expected%20result%20is,6G%20network%20could%20serve%20the" TargetMode="External"/><Relationship Id="rId5" Type="http://schemas.openxmlformats.org/officeDocument/2006/relationships/hyperlink" Target="file:///home/oai/share/simulation_plan(3).pdf#:~:text=A%20sharp%20threshold%20in%20decryption,metaphor%20%20but%20%20a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imulation_plan(3).pdf#:~:text=3,synthetic%20variation%20in%20anchor%20richness" TargetMode="External"/><Relationship Id="rId2" Type="http://schemas.openxmlformats.org/officeDocument/2006/relationships/hyperlink" Target="file:///home/oai/share/simulation_plan(3).pdf#:~:text=3,that%20use%20the%20same%20benchmark" TargetMode="External"/><Relationship Id="rId3" Type="http://schemas.openxmlformats.org/officeDocument/2006/relationships/hyperlink" Target="file:///home/oai/share/simulation_plan(3).pdf#:~:text=3,dynamics%20under%20richer%20semantic%20content" TargetMode="External"/><Relationship Id="rId4" Type="http://schemas.openxmlformats.org/officeDocument/2006/relationships/hyperlink" Target="file:///home/oai/share/simulation_plan(3).pdf#:~:text=SciQ%20%28science%20question,dimensions%20for%20spatial%20CRCS%20mapping" TargetMode="External"/><Relationship Id="rId5" Type="http://schemas.openxmlformats.org/officeDocument/2006/relationships/hyperlink" Target="file:///home/oai/share/simulation_plan(3).pdf#:~:text=3,level%20message%20scheduling" TargetMode="External"/><Relationship Id="rId6" Type="http://schemas.openxmlformats.org/officeDocument/2006/relationships/hyperlink" Target="file:///home/oai/share/simulation_plan(3).pdf#:~:text=A%20synthetic%20intent,hosted%20on%20HuggingFace%20is%20used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Communication Simulations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of the LPG Paradigm (S1–S6)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B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 May 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verification of semantic capacity, fidelity, dynamics, geometry, URLLC &amp;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Simulation Platforms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1148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Simulation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 &amp; nature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Platform / Tools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Multi‑30K (image‑caption, real; graded anchor richness)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Python, HuggingFace, NumPy, Matplotlib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Europarl English corpus (parallel translation; real)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PyTorch, DeepSC GitHub, Transformers, Sionna, NLTK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DailyDialog &amp; Cornell Movie Dialogs (multi‑turn dialogues; real)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Transformers, spaCy, Neo4j, NetworkX, Plotly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SciQ &amp; CommonsenseQA (expert‑novice Q&amp;A; real)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JAX, Transformers, NumPy, Mayavi, Plotly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CARLA, VeReMi &amp; SUMO (vehicular &amp; synthetic V2X messages)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CARLA, SUMO, ns‑3/WAVE, Sionna, PyTorch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Synthetic GPT‑4/Mistral intent pairs (50K pairs, 100 categories)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PyTorch, Transformers, SciPy, Matplotlib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[4]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[6]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7"/>
              </a:rPr>
              <a:t>[7]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8"/>
              </a:rPr>
              <a:t>[8]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9"/>
              </a:rPr>
              <a:t>[9]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0"/>
              </a:rPr>
              <a:t>[10]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1"/>
              </a:rPr>
              <a:t>[11]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Simulation 1 – Semantic Capacity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Objective: verify that semantic capacity exceeds Shannon capacity when anchors are shared.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Dataset: Multi‑30K caption pairs providing graded anchor depth.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Method: compute semantic capacity Cs = |Γ| log(1+SNRs) across ADI bins and SNR values.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Result: SBE increases with anchor depth; at ADI ≈ 0 the curve converges to Shannon.</a:t>
            </a:r>
            <a:endParaRPr lang="en-US" sz="1200" dirty="0"/>
          </a:p>
        </p:txBody>
      </p:sp>
      <p:pic>
        <p:nvPicPr>
          <p:cNvPr id="4" name="Image 0" descr="/home/oai/share/sim1_sbe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9144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[12]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[13]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Simulation 2 – LPG vs DeepSC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Objective: compare LPG reconstruction to DeepSC baseline on syntactic and semantic metrics.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Dataset: Europarl corpus – standard benchmark for translation.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Method: identical transformer backbone; LPG uses anchors (B,W,Γ); evaluate BLEU, semantic similarity, CAR, TUP.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Result: LPG outperforms DeepSC at low SNR on both syntactic and semantic metrics.</a:t>
            </a:r>
            <a:endParaRPr lang="en-US" sz="1200" dirty="0"/>
          </a:p>
        </p:txBody>
      </p:sp>
      <p:pic>
        <p:nvPicPr>
          <p:cNvPr id="4" name="Image 0" descr="/home/oai/share/sim2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940" y="914400"/>
            <a:ext cx="34290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[14]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[15]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Simulation 3 – Anchor Dynamics &amp; Super‑Recovery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Objective: observe temporal evolution of anchor richness and capacity during dialogue.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Dataset: DailyDialog &amp; Cornell Movies – multi‑turn dialogues with annotations.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Method: inject anchor enrichment, misalignment, and resolution events; compute ARS(t), AER(t), Cs(t), SDV.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Result: enrichment increases capacity; misalignment causes drop; resolution leads to super‑recovery (ARC &gt; 1).</a:t>
            </a:r>
            <a:endParaRPr lang="en-US" sz="1200" dirty="0"/>
          </a:p>
        </p:txBody>
      </p:sp>
      <p:pic>
        <p:nvPicPr>
          <p:cNvPr id="4" name="Image 0" descr="/home/oai/share/sim3_time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940" y="914400"/>
            <a:ext cx="34290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[16]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[17]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Simulation 4 – Semantic Field Geometry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4747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Objective: verify Cauchy–Riemann conditions and identify singularities.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Dataset: SciQ &amp; CommonsenseQA – expert–novice Q&amp;A for content/intent separation.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Method: dual‑encoder to build complex semantic field; compute CRCS, CIDI, SRM and FCR.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Result: high anchors yield analytic fields; low anchors show large residues and coupling.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3474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Level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FCR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SRM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CIDI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0.42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0.16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3.67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1.45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5.62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2.68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oai/share/sim4_crcs_hi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517904"/>
            <a:ext cx="1463040" cy="1170432"/>
          </a:xfrm>
          <a:prstGeom prst="rect">
            <a:avLst/>
          </a:prstGeom>
        </p:spPr>
      </p:pic>
      <p:pic>
        <p:nvPicPr>
          <p:cNvPr id="6" name="Image 1" descr="/home/oai/share/sim4_crcs_medi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17904"/>
            <a:ext cx="1463040" cy="1170432"/>
          </a:xfrm>
          <a:prstGeom prst="rect">
            <a:avLst/>
          </a:prstGeom>
        </p:spPr>
      </p:pic>
      <p:pic>
        <p:nvPicPr>
          <p:cNvPr id="7" name="Image 2" descr="/home/oai/share/sim4_crcs_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17904"/>
            <a:ext cx="1463040" cy="11704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1148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7B1DF"/>
                </a:solidFill>
              </a:rPr>
              <a:t>CRCS maps (High / Medium / Low anchors)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[18]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Simulation 5 – 6G V2X under URLLC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Objective: show reliable meaning transfer in URLLC V2X and evaluate semantic metrics.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Dataset: CARLA simulator, VeReMi traces, SUMO traffic – synthetic &amp; real vehicular messages.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Method: compare classical 5G NR, DL‑SemCom baseline and LPG system; measure CAR vs SNR.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Result: LPG achieves CAR &gt; 0.95 at 4 dB lower SNR than DeepSC and 8 dB lower than classical.</a:t>
            </a:r>
            <a:endParaRPr lang="en-US" sz="1200" dirty="0"/>
          </a:p>
        </p:txBody>
      </p:sp>
      <p:pic>
        <p:nvPicPr>
          <p:cNvPr id="4" name="Image 0" descr="/home/oai/share/sim5_ca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9144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[19]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[20]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Simulation 6 – Intent‑Based Cryptography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Objective: prove concept of deriving encryption keys from the sender’s intent vector.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Dataset: 50K synthetic intent‑labelled pairs generated via GPT‑4/Mistral; broad intent spectrum.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Method: derive key from intent vector; evaluate decryption success vs cosine alignment.</a:t>
            </a:r>
            <a:endParaRPr lang="en-US" sz="1200" dirty="0"/>
          </a:p>
          <a:p>
            <a:pPr marL="190500" indent="-1905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00000"/>
                </a:solidFill>
              </a:rPr>
              <a:t>Result: decryption success sharply transitions near cos(θ) ≈ 0.7–0.9, creating a security boundary.</a:t>
            </a:r>
            <a:endParaRPr lang="en-US" sz="1200" dirty="0"/>
          </a:p>
        </p:txBody>
      </p:sp>
      <p:pic>
        <p:nvPicPr>
          <p:cNvPr id="4" name="Image 0" descr="/home/oai/share/sim6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9144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[21]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[22]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Summary &amp; Implications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Capacity Gain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Semantic capacity exceeds Shannon when anchors enrich meaning, especially at low SNR.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274320" cy="274320"/>
          </a:xfrm>
          <a:prstGeom prst="ellipse">
            <a:avLst/>
          </a:prstGeom>
          <a:solidFill>
            <a:srgbClr val="A4B6B8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0" y="914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Enhanced Fidelity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Anchor‑aware decoding preserves meaning better than deep‑learning baselines.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Dynamic Anchors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Anchor enrichment, misalignment and resolution drive capacity evolution and super‑recovery.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274320" cy="274320"/>
          </a:xfrm>
          <a:prstGeom prst="ellipse">
            <a:avLst/>
          </a:prstGeom>
          <a:solidFill>
            <a:srgbClr val="A4B6B8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Semantic Geometry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High anchor quality yields analytic fields; poor anchors lead to singularities in semantic space.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URLLC Gains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LPG achieves reliable meaning in V2X at lower SNRs, implying power and latency savings.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3108960"/>
            <a:ext cx="274320" cy="274320"/>
          </a:xfrm>
          <a:prstGeom prst="ellipse">
            <a:avLst/>
          </a:prstGeom>
          <a:solidFill>
            <a:srgbClr val="A4B6B8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Cognitive Security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Intent‑based cryptography establishes a threshold for decryption success tied to alignment.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[23]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[24]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[25]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[26]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[27]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Conclusion &amp;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686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Overall Validation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Across six controlled simulations, the LPG framework consistently demonstrated advantages over classical and deep‑learning baselines. Semantic capacity exceeds the Shannon limit when anchors are rich; anchor‑aware decoding improves fidelity; anchor dynamics exhibit super‑recovery; semantic fields reflect anchor geometry; URLLC performance improves; and cognitive keys yield security boundaries.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Future Work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Scale experiments with real datasets (Multi‑30K, Europarl, DailyDialog, SciQ, CARLA, intent corpora). Implement full LPG encoders/decoders, dynamic anchor management, and secure key derivation. Integrate frameworks with 6G network simulators and evaluate joint performance at system scale.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[28]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[29]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[30]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[31]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[32]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[33]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2026-05-08T20:13:59Z</dcterms:created>
  <dcterms:modified xsi:type="dcterms:W3CDTF">2026-05-08T20:13:59Z</dcterms:modified>
</cp:coreProperties>
</file>